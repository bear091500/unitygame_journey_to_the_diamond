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00000"/>
    <a:srgbClr val="80350E"/>
    <a:srgbClr val="92D050"/>
    <a:srgbClr val="E5E8ED"/>
    <a:srgbClr val="2753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50" d="100"/>
          <a:sy n="150" d="100"/>
        </p:scale>
        <p:origin x="5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5DF11-532F-40C8-8B4D-09C9B88A97F4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59740-623B-4479-9F0E-27E6355B8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69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59740-623B-4479-9F0E-27E6355B850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7231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84EE6E-B313-42F5-1D21-CD22FBFC6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E7A8ED-D9D8-C4B7-9C3C-67B82A155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384898-85CE-4C98-E310-6065ED7B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70466C-B59C-B498-51A7-934E4F0F6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ED8938-A7F5-94C2-FEC2-63ECDE1E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280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3C01B-D01A-B58D-8061-CB7BF931C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A9AFD0-5DF9-9455-D8BF-CAD812C43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97C747-4956-8510-389F-DDEC53F3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DF3267-5810-EACF-7664-84CF0E34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1BF91B-E74A-5194-FDD3-DC661828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5706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7E1475-BA2D-DC95-13CE-A99C74C9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155475-6A1C-E297-C24F-FDE0DAD25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569E9F-95D8-72FD-2807-C7F4E817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76BD6B-1B3E-6EEF-C4D8-1CF01C428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D874B5-5692-93A9-D62A-6A47478C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204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B26694-3A88-538C-23F2-F2B786E1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E6DFE6-4DA9-D4CA-D87E-C786F2692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810BE4-7D3F-9F84-1EF7-3CF6A0750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681FF86-11D0-D071-6FCD-4C5903A1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7B6DDA-E2EE-EFC2-7F16-459E9755B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9A21E39-8DB6-414D-CA20-AE472114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7357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09BF58-B88C-BECD-AC7F-A94703B3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A33676C-DBC2-5AE2-A1E6-292B597C8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3C6394-AB0D-509C-CFC5-AA38D5483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4D7518D-DDD5-A150-A8E5-ABD7AC835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1079652-8274-A02B-E5C8-2067D8DF8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BA0A693-2313-FD96-AE0B-F516C0F2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08D0624-3D48-016E-6AFF-E7AD10BC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0E5D053-9BF0-CF1A-B847-AB35DCA6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193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AC9BED-E17B-2820-26BB-40D468DD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D6BA4E1-83C5-D891-0DBE-F9106486A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70D3FC7-95A7-1273-F6ED-0A5B2ADE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6816D52-57C4-5B1D-F118-687A12B4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157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F9FB4F0-FA3B-A2BB-FAA5-B5634F52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DC6B090-05BE-E686-F893-B826E27F6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B41C2C-AA76-CF49-6C9C-31F45476C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875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296CB6-2063-F5BC-B514-F3AEBC4B1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792148-2951-5032-D98A-9F1C3929C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D4B7A1A-4AA2-00AE-60CE-942E3E6B6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1BA94C-5A6D-1716-1CD6-3DEFDE519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1682CA-D6B3-9B3D-FAB1-70E9AAED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AED194-8A44-3A80-F4D2-B4F42C47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585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E44231-0FCE-1754-BC8D-D9D5E7AD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746189D-3B05-BC12-7E4B-0377F743A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7EC94C5-465B-2D40-B857-8D4966068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A150DA-9578-6FA9-CC7D-ADA9D27F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EBBE80-56AD-B3A3-401E-AC67A4DE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96F0198-6AA0-C576-73C0-8C0F4B3F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771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067FCB-A392-E05A-5E58-60FD36D8A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217F3DB-76D8-AEB4-9F28-7AF00A39C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7EBED8-456C-05BF-4CA1-9342522F1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5839FE-6B04-AED3-6B9B-D03E32B79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6BA547-17C8-FF00-D4C1-8F9A45B5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736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B779963-0B79-2DCE-A530-C8173E393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EA0CC5-A7E2-427C-F3A2-B0B18D9D1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63CA84-EC26-1725-F2CF-F1E4B06E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956929-429B-7392-DE06-273A6E1E9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A06D68-5E3B-D11C-3A0E-E59A84F2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3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072291A-B0C8-9B9A-D2DD-58FF50DCB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6362C28-5C77-3228-8914-0B87E3313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D313AD-5EE3-0D27-EDA4-238D83204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DF18DE-5DA6-4497-A6F9-9E38AEF8B1FA}" type="datetimeFigureOut">
              <a:rPr lang="zh-TW" altLang="en-US" smtClean="0"/>
              <a:t>2026/3/28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32E6BE-32F2-3528-030A-DE5D32674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28FFF0-E445-C55E-CB61-5D8918B0C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31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">
            <a:extLst>
              <a:ext uri="{FF2B5EF4-FFF2-40B4-BE49-F238E27FC236}">
                <a16:creationId xmlns:a16="http://schemas.microsoft.com/office/drawing/2014/main" id="{830E4C67-101D-0885-FCBD-50AB764F2CF4}"/>
              </a:ext>
            </a:extLst>
          </p:cNvPr>
          <p:cNvSpPr/>
          <p:nvPr/>
        </p:nvSpPr>
        <p:spPr>
          <a:xfrm>
            <a:off x="378000" y="1137073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133B0D77-5FCC-1A66-9920-D50A64217FCD}"/>
              </a:ext>
            </a:extLst>
          </p:cNvPr>
          <p:cNvSpPr/>
          <p:nvPr/>
        </p:nvSpPr>
        <p:spPr>
          <a:xfrm>
            <a:off x="993121" y="1137072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81D56811-3E83-ECDD-64CD-FD80FEADDAFC}"/>
              </a:ext>
            </a:extLst>
          </p:cNvPr>
          <p:cNvSpPr/>
          <p:nvPr/>
        </p:nvSpPr>
        <p:spPr>
          <a:xfrm>
            <a:off x="1608242" y="1137071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7C869676-75F8-B5D3-18A3-8494E55D6E00}"/>
              </a:ext>
            </a:extLst>
          </p:cNvPr>
          <p:cNvSpPr/>
          <p:nvPr/>
        </p:nvSpPr>
        <p:spPr>
          <a:xfrm>
            <a:off x="2217841" y="1137069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1250B904-9064-A56F-89B4-589C40477676}"/>
              </a:ext>
            </a:extLst>
          </p:cNvPr>
          <p:cNvSpPr/>
          <p:nvPr/>
        </p:nvSpPr>
        <p:spPr>
          <a:xfrm>
            <a:off x="2832962" y="1137065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7A1D4FBA-42A9-D7ED-65DC-3DB3A21AB9F0}"/>
              </a:ext>
            </a:extLst>
          </p:cNvPr>
          <p:cNvSpPr/>
          <p:nvPr/>
        </p:nvSpPr>
        <p:spPr>
          <a:xfrm>
            <a:off x="3453605" y="1137064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53891567-AE3D-AF9B-0EA0-7A0DF8D422CC}"/>
              </a:ext>
            </a:extLst>
          </p:cNvPr>
          <p:cNvSpPr/>
          <p:nvPr/>
        </p:nvSpPr>
        <p:spPr>
          <a:xfrm>
            <a:off x="4074248" y="1137055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166F53F0-CC13-6FAE-81FC-827E7B692F54}"/>
              </a:ext>
            </a:extLst>
          </p:cNvPr>
          <p:cNvSpPr/>
          <p:nvPr/>
        </p:nvSpPr>
        <p:spPr>
          <a:xfrm>
            <a:off x="4689369" y="1137037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8C96F3F0-0720-33C8-6D86-4CB96153B585}"/>
              </a:ext>
            </a:extLst>
          </p:cNvPr>
          <p:cNvSpPr/>
          <p:nvPr/>
        </p:nvSpPr>
        <p:spPr>
          <a:xfrm>
            <a:off x="377559" y="3179233"/>
            <a:ext cx="310763" cy="463127"/>
          </a:xfrm>
          <a:custGeom>
            <a:avLst/>
            <a:gdLst>
              <a:gd name="csX0" fmla="*/ 0 w 620643"/>
              <a:gd name="csY0" fmla="*/ 452967 h 452967"/>
              <a:gd name="csX1" fmla="*/ 310322 w 620643"/>
              <a:gd name="csY1" fmla="*/ 0 h 452967"/>
              <a:gd name="csX2" fmla="*/ 620643 w 620643"/>
              <a:gd name="csY2" fmla="*/ 452967 h 452967"/>
              <a:gd name="csX3" fmla="*/ 0 w 620643"/>
              <a:gd name="csY3" fmla="*/ 452967 h 452967"/>
              <a:gd name="csX0" fmla="*/ 0 w 310763"/>
              <a:gd name="csY0" fmla="*/ 463127 h 463127"/>
              <a:gd name="csX1" fmla="*/ 442 w 310763"/>
              <a:gd name="csY1" fmla="*/ 0 h 463127"/>
              <a:gd name="csX2" fmla="*/ 310763 w 310763"/>
              <a:gd name="csY2" fmla="*/ 452967 h 463127"/>
              <a:gd name="csX3" fmla="*/ 0 w 310763"/>
              <a:gd name="csY3" fmla="*/ 463127 h 463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0763" h="463127">
                <a:moveTo>
                  <a:pt x="0" y="463127"/>
                </a:moveTo>
                <a:cubicBezTo>
                  <a:pt x="147" y="308751"/>
                  <a:pt x="295" y="154376"/>
                  <a:pt x="442" y="0"/>
                </a:cubicBezTo>
                <a:lnTo>
                  <a:pt x="310763" y="452967"/>
                </a:lnTo>
                <a:lnTo>
                  <a:pt x="0" y="46312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A7BA3A79-C918-47BB-BBBE-2AB7F14B19A9}"/>
              </a:ext>
            </a:extLst>
          </p:cNvPr>
          <p:cNvSpPr/>
          <p:nvPr/>
        </p:nvSpPr>
        <p:spPr>
          <a:xfrm>
            <a:off x="682800" y="3179232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AB14906F-4E54-0E82-5481-0B282AC7B92D}"/>
              </a:ext>
            </a:extLst>
          </p:cNvPr>
          <p:cNvSpPr/>
          <p:nvPr/>
        </p:nvSpPr>
        <p:spPr>
          <a:xfrm>
            <a:off x="1297921" y="3179231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8910D2B5-7F63-90F4-7E2E-291D7FEC7445}"/>
              </a:ext>
            </a:extLst>
          </p:cNvPr>
          <p:cNvSpPr/>
          <p:nvPr/>
        </p:nvSpPr>
        <p:spPr>
          <a:xfrm>
            <a:off x="1907520" y="3179229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21594161-581A-D777-A966-D5394664034E}"/>
              </a:ext>
            </a:extLst>
          </p:cNvPr>
          <p:cNvSpPr/>
          <p:nvPr/>
        </p:nvSpPr>
        <p:spPr>
          <a:xfrm>
            <a:off x="2522641" y="3179225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等腰三角形 18">
            <a:extLst>
              <a:ext uri="{FF2B5EF4-FFF2-40B4-BE49-F238E27FC236}">
                <a16:creationId xmlns:a16="http://schemas.microsoft.com/office/drawing/2014/main" id="{D20B740B-BC85-E95E-A25C-0FAFAF6646D0}"/>
              </a:ext>
            </a:extLst>
          </p:cNvPr>
          <p:cNvSpPr/>
          <p:nvPr/>
        </p:nvSpPr>
        <p:spPr>
          <a:xfrm>
            <a:off x="3143284" y="3179224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等腰三角形 19">
            <a:extLst>
              <a:ext uri="{FF2B5EF4-FFF2-40B4-BE49-F238E27FC236}">
                <a16:creationId xmlns:a16="http://schemas.microsoft.com/office/drawing/2014/main" id="{1804DE97-8EB6-B70B-5764-ABFB65BFB8A1}"/>
              </a:ext>
            </a:extLst>
          </p:cNvPr>
          <p:cNvSpPr/>
          <p:nvPr/>
        </p:nvSpPr>
        <p:spPr>
          <a:xfrm>
            <a:off x="3763927" y="3179215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8C4B6872-3152-96D6-73BA-FB0DD24CCDF8}"/>
              </a:ext>
            </a:extLst>
          </p:cNvPr>
          <p:cNvSpPr/>
          <p:nvPr/>
        </p:nvSpPr>
        <p:spPr>
          <a:xfrm>
            <a:off x="4379048" y="3179197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75AEDE90-ECFC-F168-998E-AE61C11ED931}"/>
              </a:ext>
            </a:extLst>
          </p:cNvPr>
          <p:cNvSpPr/>
          <p:nvPr/>
        </p:nvSpPr>
        <p:spPr>
          <a:xfrm>
            <a:off x="6748320" y="1313879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862E844D-532A-66C6-38A2-00A891303920}"/>
              </a:ext>
            </a:extLst>
          </p:cNvPr>
          <p:cNvSpPr/>
          <p:nvPr/>
        </p:nvSpPr>
        <p:spPr>
          <a:xfrm>
            <a:off x="7363441" y="1313878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等腰三角形 24">
            <a:extLst>
              <a:ext uri="{FF2B5EF4-FFF2-40B4-BE49-F238E27FC236}">
                <a16:creationId xmlns:a16="http://schemas.microsoft.com/office/drawing/2014/main" id="{257754F9-968E-9430-11F8-4EC0BAA76EE2}"/>
              </a:ext>
            </a:extLst>
          </p:cNvPr>
          <p:cNvSpPr/>
          <p:nvPr/>
        </p:nvSpPr>
        <p:spPr>
          <a:xfrm>
            <a:off x="7978562" y="1313877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DDFFE09E-A08E-5BE0-7D22-576F25740A37}"/>
              </a:ext>
            </a:extLst>
          </p:cNvPr>
          <p:cNvSpPr/>
          <p:nvPr/>
        </p:nvSpPr>
        <p:spPr>
          <a:xfrm>
            <a:off x="8588161" y="1313874"/>
            <a:ext cx="620643" cy="239609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等腰三角形 26">
            <a:extLst>
              <a:ext uri="{FF2B5EF4-FFF2-40B4-BE49-F238E27FC236}">
                <a16:creationId xmlns:a16="http://schemas.microsoft.com/office/drawing/2014/main" id="{D7A6DE59-4D92-2260-B568-1E43A363FBB4}"/>
              </a:ext>
            </a:extLst>
          </p:cNvPr>
          <p:cNvSpPr/>
          <p:nvPr/>
        </p:nvSpPr>
        <p:spPr>
          <a:xfrm>
            <a:off x="9203282" y="1313871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等腰三角形 27">
            <a:extLst>
              <a:ext uri="{FF2B5EF4-FFF2-40B4-BE49-F238E27FC236}">
                <a16:creationId xmlns:a16="http://schemas.microsoft.com/office/drawing/2014/main" id="{8B998BAB-0014-162E-C402-3DE2980B4727}"/>
              </a:ext>
            </a:extLst>
          </p:cNvPr>
          <p:cNvSpPr/>
          <p:nvPr/>
        </p:nvSpPr>
        <p:spPr>
          <a:xfrm>
            <a:off x="9823925" y="1313869"/>
            <a:ext cx="620643" cy="239609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等腰三角形 28">
            <a:extLst>
              <a:ext uri="{FF2B5EF4-FFF2-40B4-BE49-F238E27FC236}">
                <a16:creationId xmlns:a16="http://schemas.microsoft.com/office/drawing/2014/main" id="{A98BB058-DF53-A291-2D23-93B3CC5C5017}"/>
              </a:ext>
            </a:extLst>
          </p:cNvPr>
          <p:cNvSpPr/>
          <p:nvPr/>
        </p:nvSpPr>
        <p:spPr>
          <a:xfrm>
            <a:off x="10444568" y="1313861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等腰三角形 29">
            <a:extLst>
              <a:ext uri="{FF2B5EF4-FFF2-40B4-BE49-F238E27FC236}">
                <a16:creationId xmlns:a16="http://schemas.microsoft.com/office/drawing/2014/main" id="{206E5D7F-D9C5-1F8B-70BC-EDE0E4ED1B6F}"/>
              </a:ext>
            </a:extLst>
          </p:cNvPr>
          <p:cNvSpPr/>
          <p:nvPr/>
        </p:nvSpPr>
        <p:spPr>
          <a:xfrm>
            <a:off x="11059689" y="1313842"/>
            <a:ext cx="620643" cy="239609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2224F897-2648-048B-5615-45D60A3ED4FA}"/>
              </a:ext>
            </a:extLst>
          </p:cNvPr>
          <p:cNvSpPr/>
          <p:nvPr/>
        </p:nvSpPr>
        <p:spPr>
          <a:xfrm>
            <a:off x="6759360" y="3392560"/>
            <a:ext cx="310325" cy="244688"/>
          </a:xfrm>
          <a:custGeom>
            <a:avLst/>
            <a:gdLst>
              <a:gd name="csX0" fmla="*/ 0 w 620643"/>
              <a:gd name="csY0" fmla="*/ 239608 h 239608"/>
              <a:gd name="csX1" fmla="*/ 310322 w 620643"/>
              <a:gd name="csY1" fmla="*/ 0 h 239608"/>
              <a:gd name="csX2" fmla="*/ 620643 w 620643"/>
              <a:gd name="csY2" fmla="*/ 239608 h 239608"/>
              <a:gd name="csX3" fmla="*/ 0 w 620643"/>
              <a:gd name="csY3" fmla="*/ 239608 h 239608"/>
              <a:gd name="csX0" fmla="*/ 0 w 310763"/>
              <a:gd name="csY0" fmla="*/ 214208 h 239608"/>
              <a:gd name="csX1" fmla="*/ 442 w 310763"/>
              <a:gd name="csY1" fmla="*/ 0 h 239608"/>
              <a:gd name="csX2" fmla="*/ 310763 w 310763"/>
              <a:gd name="csY2" fmla="*/ 239608 h 239608"/>
              <a:gd name="csX3" fmla="*/ 0 w 310763"/>
              <a:gd name="csY3" fmla="*/ 214208 h 239608"/>
              <a:gd name="csX0" fmla="*/ 4642 w 310325"/>
              <a:gd name="csY0" fmla="*/ 244688 h 244688"/>
              <a:gd name="csX1" fmla="*/ 4 w 310325"/>
              <a:gd name="csY1" fmla="*/ 0 h 244688"/>
              <a:gd name="csX2" fmla="*/ 310325 w 310325"/>
              <a:gd name="csY2" fmla="*/ 239608 h 244688"/>
              <a:gd name="csX3" fmla="*/ 4642 w 310325"/>
              <a:gd name="csY3" fmla="*/ 244688 h 244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0325" h="244688">
                <a:moveTo>
                  <a:pt x="4642" y="244688"/>
                </a:moveTo>
                <a:cubicBezTo>
                  <a:pt x="4789" y="173285"/>
                  <a:pt x="-143" y="71403"/>
                  <a:pt x="4" y="0"/>
                </a:cubicBezTo>
                <a:lnTo>
                  <a:pt x="310325" y="239608"/>
                </a:lnTo>
                <a:lnTo>
                  <a:pt x="4642" y="244688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FF8CDB41-DE09-87EB-7661-EAA5853C2B84}"/>
              </a:ext>
            </a:extLst>
          </p:cNvPr>
          <p:cNvSpPr/>
          <p:nvPr/>
        </p:nvSpPr>
        <p:spPr>
          <a:xfrm>
            <a:off x="7064163" y="3392559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等腰三角形 33">
            <a:extLst>
              <a:ext uri="{FF2B5EF4-FFF2-40B4-BE49-F238E27FC236}">
                <a16:creationId xmlns:a16="http://schemas.microsoft.com/office/drawing/2014/main" id="{BCEE3C5F-05CE-A2C9-BDB2-378D117B5CBC}"/>
              </a:ext>
            </a:extLst>
          </p:cNvPr>
          <p:cNvSpPr/>
          <p:nvPr/>
        </p:nvSpPr>
        <p:spPr>
          <a:xfrm>
            <a:off x="7679284" y="3392558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等腰三角形 34">
            <a:extLst>
              <a:ext uri="{FF2B5EF4-FFF2-40B4-BE49-F238E27FC236}">
                <a16:creationId xmlns:a16="http://schemas.microsoft.com/office/drawing/2014/main" id="{AC10293C-8268-68B1-A6F9-DAC7ACED7344}"/>
              </a:ext>
            </a:extLst>
          </p:cNvPr>
          <p:cNvSpPr/>
          <p:nvPr/>
        </p:nvSpPr>
        <p:spPr>
          <a:xfrm>
            <a:off x="8288883" y="3392555"/>
            <a:ext cx="620643" cy="239609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等腰三角形 35">
            <a:extLst>
              <a:ext uri="{FF2B5EF4-FFF2-40B4-BE49-F238E27FC236}">
                <a16:creationId xmlns:a16="http://schemas.microsoft.com/office/drawing/2014/main" id="{CA136B44-4E0A-7E5C-8551-CA980EED8250}"/>
              </a:ext>
            </a:extLst>
          </p:cNvPr>
          <p:cNvSpPr/>
          <p:nvPr/>
        </p:nvSpPr>
        <p:spPr>
          <a:xfrm>
            <a:off x="8904004" y="3392552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等腰三角形 36">
            <a:extLst>
              <a:ext uri="{FF2B5EF4-FFF2-40B4-BE49-F238E27FC236}">
                <a16:creationId xmlns:a16="http://schemas.microsoft.com/office/drawing/2014/main" id="{27BB41A4-7B2E-0C02-19BD-779A123B0E6C}"/>
              </a:ext>
            </a:extLst>
          </p:cNvPr>
          <p:cNvSpPr/>
          <p:nvPr/>
        </p:nvSpPr>
        <p:spPr>
          <a:xfrm>
            <a:off x="9524647" y="3392550"/>
            <a:ext cx="620643" cy="239609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B18EDB5D-ABBD-2CF3-EB98-562D8E47813D}"/>
              </a:ext>
            </a:extLst>
          </p:cNvPr>
          <p:cNvSpPr/>
          <p:nvPr/>
        </p:nvSpPr>
        <p:spPr>
          <a:xfrm>
            <a:off x="10145290" y="3392542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等腰三角形 38">
            <a:extLst>
              <a:ext uri="{FF2B5EF4-FFF2-40B4-BE49-F238E27FC236}">
                <a16:creationId xmlns:a16="http://schemas.microsoft.com/office/drawing/2014/main" id="{8AE75A50-C308-111C-361F-965FAC5DD8AF}"/>
              </a:ext>
            </a:extLst>
          </p:cNvPr>
          <p:cNvSpPr/>
          <p:nvPr/>
        </p:nvSpPr>
        <p:spPr>
          <a:xfrm>
            <a:off x="10760411" y="3392523"/>
            <a:ext cx="620643" cy="239609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等腰三角形 39">
            <a:extLst>
              <a:ext uri="{FF2B5EF4-FFF2-40B4-BE49-F238E27FC236}">
                <a16:creationId xmlns:a16="http://schemas.microsoft.com/office/drawing/2014/main" id="{62A40E97-6794-C172-72A5-13E953B8A9D1}"/>
              </a:ext>
            </a:extLst>
          </p:cNvPr>
          <p:cNvSpPr/>
          <p:nvPr/>
        </p:nvSpPr>
        <p:spPr>
          <a:xfrm>
            <a:off x="11358966" y="3392491"/>
            <a:ext cx="320923" cy="239608"/>
          </a:xfrm>
          <a:custGeom>
            <a:avLst/>
            <a:gdLst>
              <a:gd name="csX0" fmla="*/ 0 w 620643"/>
              <a:gd name="csY0" fmla="*/ 239608 h 239608"/>
              <a:gd name="csX1" fmla="*/ 310322 w 620643"/>
              <a:gd name="csY1" fmla="*/ 0 h 239608"/>
              <a:gd name="csX2" fmla="*/ 620643 w 620643"/>
              <a:gd name="csY2" fmla="*/ 239608 h 239608"/>
              <a:gd name="csX3" fmla="*/ 0 w 620643"/>
              <a:gd name="csY3" fmla="*/ 239608 h 239608"/>
              <a:gd name="csX0" fmla="*/ 0 w 320923"/>
              <a:gd name="csY0" fmla="*/ 239608 h 239608"/>
              <a:gd name="csX1" fmla="*/ 310322 w 320923"/>
              <a:gd name="csY1" fmla="*/ 0 h 239608"/>
              <a:gd name="csX2" fmla="*/ 320923 w 320923"/>
              <a:gd name="csY2" fmla="*/ 234528 h 239608"/>
              <a:gd name="csX3" fmla="*/ 0 w 320923"/>
              <a:gd name="csY3" fmla="*/ 239608 h 2396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20923" h="239608">
                <a:moveTo>
                  <a:pt x="0" y="239608"/>
                </a:moveTo>
                <a:lnTo>
                  <a:pt x="310322" y="0"/>
                </a:lnTo>
                <a:lnTo>
                  <a:pt x="320923" y="234528"/>
                </a:lnTo>
                <a:lnTo>
                  <a:pt x="0" y="239608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等腰三角形 40">
            <a:extLst>
              <a:ext uri="{FF2B5EF4-FFF2-40B4-BE49-F238E27FC236}">
                <a16:creationId xmlns:a16="http://schemas.microsoft.com/office/drawing/2014/main" id="{5E1A21B7-7E6E-13DB-04CD-1B6AB861FC44}"/>
              </a:ext>
            </a:extLst>
          </p:cNvPr>
          <p:cNvSpPr/>
          <p:nvPr/>
        </p:nvSpPr>
        <p:spPr>
          <a:xfrm>
            <a:off x="5005212" y="3179197"/>
            <a:ext cx="302039" cy="452966"/>
          </a:xfrm>
          <a:custGeom>
            <a:avLst/>
            <a:gdLst>
              <a:gd name="csX0" fmla="*/ 0 w 604078"/>
              <a:gd name="csY0" fmla="*/ 452966 h 452966"/>
              <a:gd name="csX1" fmla="*/ 302039 w 604078"/>
              <a:gd name="csY1" fmla="*/ 0 h 452966"/>
              <a:gd name="csX2" fmla="*/ 604078 w 604078"/>
              <a:gd name="csY2" fmla="*/ 452966 h 452966"/>
              <a:gd name="csX3" fmla="*/ 0 w 604078"/>
              <a:gd name="csY3" fmla="*/ 452966 h 452966"/>
              <a:gd name="csX0" fmla="*/ 0 w 302039"/>
              <a:gd name="csY0" fmla="*/ 452966 h 452966"/>
              <a:gd name="csX1" fmla="*/ 302039 w 302039"/>
              <a:gd name="csY1" fmla="*/ 0 h 452966"/>
              <a:gd name="csX2" fmla="*/ 299278 w 302039"/>
              <a:gd name="csY2" fmla="*/ 452966 h 452966"/>
              <a:gd name="csX3" fmla="*/ 0 w 302039"/>
              <a:gd name="csY3" fmla="*/ 452966 h 452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2039" h="452966">
                <a:moveTo>
                  <a:pt x="0" y="452966"/>
                </a:moveTo>
                <a:lnTo>
                  <a:pt x="302039" y="0"/>
                </a:lnTo>
                <a:cubicBezTo>
                  <a:pt x="301119" y="150989"/>
                  <a:pt x="300198" y="301977"/>
                  <a:pt x="299278" y="452966"/>
                </a:cubicBezTo>
                <a:lnTo>
                  <a:pt x="0" y="4529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F9350F-D5BC-AC0C-35FB-36B0DE7D6B7D}"/>
              </a:ext>
            </a:extLst>
          </p:cNvPr>
          <p:cNvSpPr/>
          <p:nvPr/>
        </p:nvSpPr>
        <p:spPr>
          <a:xfrm>
            <a:off x="382287" y="1584907"/>
            <a:ext cx="4932012" cy="3631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4B619E-9CB6-B3C0-7F20-0E9E6654088E}"/>
              </a:ext>
            </a:extLst>
          </p:cNvPr>
          <p:cNvSpPr/>
          <p:nvPr/>
        </p:nvSpPr>
        <p:spPr>
          <a:xfrm>
            <a:off x="6747877" y="1544535"/>
            <a:ext cx="4932012" cy="3631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DF1F324-8B8B-19B3-F91F-992E045746E2}"/>
              </a:ext>
            </a:extLst>
          </p:cNvPr>
          <p:cNvSpPr/>
          <p:nvPr/>
        </p:nvSpPr>
        <p:spPr>
          <a:xfrm>
            <a:off x="6759360" y="3642360"/>
            <a:ext cx="4932012" cy="3631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07F1CEA-D977-454D-3B2F-C3075435A929}"/>
              </a:ext>
            </a:extLst>
          </p:cNvPr>
          <p:cNvSpPr/>
          <p:nvPr/>
        </p:nvSpPr>
        <p:spPr>
          <a:xfrm>
            <a:off x="382287" y="3642360"/>
            <a:ext cx="4932012" cy="3631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0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E13F75A-0840-C5DE-E01E-1371A5D38974}"/>
              </a:ext>
            </a:extLst>
          </p:cNvPr>
          <p:cNvSpPr/>
          <p:nvPr/>
        </p:nvSpPr>
        <p:spPr>
          <a:xfrm>
            <a:off x="1814945" y="3082636"/>
            <a:ext cx="671946" cy="186343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5A95A2-8140-D435-7EEB-0927C20471DE}"/>
              </a:ext>
            </a:extLst>
          </p:cNvPr>
          <p:cNvSpPr/>
          <p:nvPr/>
        </p:nvSpPr>
        <p:spPr>
          <a:xfrm>
            <a:off x="3269673" y="3082635"/>
            <a:ext cx="671946" cy="186343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4D8479-F146-C394-E3A0-DBC74435801B}"/>
              </a:ext>
            </a:extLst>
          </p:cNvPr>
          <p:cNvSpPr/>
          <p:nvPr/>
        </p:nvSpPr>
        <p:spPr>
          <a:xfrm>
            <a:off x="5666510" y="3082635"/>
            <a:ext cx="671946" cy="1863437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776D49-E987-DCF6-AD46-5BB769235C9D}"/>
              </a:ext>
            </a:extLst>
          </p:cNvPr>
          <p:cNvSpPr/>
          <p:nvPr/>
        </p:nvSpPr>
        <p:spPr>
          <a:xfrm>
            <a:off x="7391401" y="3082635"/>
            <a:ext cx="671946" cy="1863437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217B257-B772-B604-42A9-75BA2A39C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390" y="3297382"/>
            <a:ext cx="642501" cy="64250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8352D55-6032-BE19-D36D-49856ABA5E84}"/>
              </a:ext>
            </a:extLst>
          </p:cNvPr>
          <p:cNvSpPr/>
          <p:nvPr/>
        </p:nvSpPr>
        <p:spPr>
          <a:xfrm>
            <a:off x="3386571" y="3219450"/>
            <a:ext cx="438150" cy="1726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A76651-BE66-71C7-EB0C-CA3A2CBEC754}"/>
              </a:ext>
            </a:extLst>
          </p:cNvPr>
          <p:cNvSpPr/>
          <p:nvPr/>
        </p:nvSpPr>
        <p:spPr>
          <a:xfrm>
            <a:off x="7508299" y="3219450"/>
            <a:ext cx="438150" cy="172662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EF150F27-F130-CDA1-1EDE-59646147A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074" y="3197223"/>
            <a:ext cx="842817" cy="84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73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B76F72-2ACF-FC8A-9E20-BD7A7B867631}"/>
              </a:ext>
            </a:extLst>
          </p:cNvPr>
          <p:cNvSpPr/>
          <p:nvPr/>
        </p:nvSpPr>
        <p:spPr>
          <a:xfrm>
            <a:off x="1565755" y="5386192"/>
            <a:ext cx="370995" cy="2716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8035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E5E8ED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0D41CB-860A-25D4-25B6-33F6E10B443C}"/>
              </a:ext>
            </a:extLst>
          </p:cNvPr>
          <p:cNvSpPr/>
          <p:nvPr/>
        </p:nvSpPr>
        <p:spPr>
          <a:xfrm>
            <a:off x="1936750" y="5114534"/>
            <a:ext cx="370995" cy="2716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8035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E5E8ED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A2B8A1-FDFF-8DD5-37C9-56433663B12B}"/>
              </a:ext>
            </a:extLst>
          </p:cNvPr>
          <p:cNvSpPr/>
          <p:nvPr/>
        </p:nvSpPr>
        <p:spPr>
          <a:xfrm>
            <a:off x="2307745" y="4842876"/>
            <a:ext cx="370995" cy="2716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8035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E5E8ED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B93F7C-5E35-A91A-841A-07521A8E2674}"/>
              </a:ext>
            </a:extLst>
          </p:cNvPr>
          <p:cNvSpPr/>
          <p:nvPr/>
        </p:nvSpPr>
        <p:spPr>
          <a:xfrm>
            <a:off x="2678740" y="4571218"/>
            <a:ext cx="370995" cy="2716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8035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E5E8ED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F07580-F11E-F19B-A0E7-7375A66B9186}"/>
              </a:ext>
            </a:extLst>
          </p:cNvPr>
          <p:cNvSpPr/>
          <p:nvPr/>
        </p:nvSpPr>
        <p:spPr>
          <a:xfrm>
            <a:off x="3049735" y="4299560"/>
            <a:ext cx="370995" cy="2716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8035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E5E8ED"/>
              </a:solidFill>
            </a:endParaRPr>
          </a:p>
        </p:txBody>
      </p:sp>
      <p:pic>
        <p:nvPicPr>
          <p:cNvPr id="1026" name="Picture 2" descr="手绘蓝色钻石免抠png透明素材图片_装饰图案_设计元素-图行天下素材网">
            <a:extLst>
              <a:ext uri="{FF2B5EF4-FFF2-40B4-BE49-F238E27FC236}">
                <a16:creationId xmlns:a16="http://schemas.microsoft.com/office/drawing/2014/main" id="{DFBBB2C0-243E-C4ED-92AC-FBAF1A269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07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</Words>
  <Application>Microsoft Office PowerPoint</Application>
  <PresentationFormat>寬螢幕</PresentationFormat>
  <Paragraphs>1</Paragraphs>
  <Slides>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邦閎 熊</dc:creator>
  <cp:lastModifiedBy>邦閎 熊</cp:lastModifiedBy>
  <cp:revision>6</cp:revision>
  <dcterms:created xsi:type="dcterms:W3CDTF">2026-03-26T11:03:18Z</dcterms:created>
  <dcterms:modified xsi:type="dcterms:W3CDTF">2026-03-28T07:09:38Z</dcterms:modified>
</cp:coreProperties>
</file>